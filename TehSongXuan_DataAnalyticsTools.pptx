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98" r:id="rId5"/>
    <p:sldId id="303" r:id="rId6"/>
    <p:sldId id="302" r:id="rId7"/>
    <p:sldId id="311" r:id="rId8"/>
    <p:sldId id="309" r:id="rId9"/>
    <p:sldId id="306" r:id="rId10"/>
    <p:sldId id="313" r:id="rId11"/>
    <p:sldId id="314" r:id="rId12"/>
    <p:sldId id="31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2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11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4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98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63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25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89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0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9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9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038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613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76820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195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97413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0247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470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1177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8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3" r="6196" b="1167"/>
          <a:stretch/>
        </p:blipFill>
        <p:spPr>
          <a:xfrm>
            <a:off x="0" y="10"/>
            <a:ext cx="1218470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8072" y="265176"/>
            <a:ext cx="6430217" cy="247734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Visualization and  Analysis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646" y="3292518"/>
            <a:ext cx="3829476" cy="164592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Teh Song Xuan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2BBA36-3259-F502-6A76-AD21C9A7B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C5754A8-9C48-1D25-9C9D-EDED4C6C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1" y="660635"/>
            <a:ext cx="11779550" cy="59890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921157-44FF-7BFE-679C-6B59740A8443}"/>
              </a:ext>
            </a:extLst>
          </p:cNvPr>
          <p:cNvSpPr txBox="1"/>
          <p:nvPr/>
        </p:nvSpPr>
        <p:spPr>
          <a:xfrm>
            <a:off x="3678555" y="198970"/>
            <a:ext cx="4834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Tableau Public Desktop</a:t>
            </a:r>
          </a:p>
        </p:txBody>
      </p:sp>
    </p:spTree>
    <p:extLst>
      <p:ext uri="{BB962C8B-B14F-4D97-AF65-F5344CB8AC3E}">
        <p14:creationId xmlns:p14="http://schemas.microsoft.com/office/powerpoint/2010/main" val="292829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graph&#10;&#10;Description automatically generated">
            <a:extLst>
              <a:ext uri="{FF2B5EF4-FFF2-40B4-BE49-F238E27FC236}">
                <a16:creationId xmlns:a16="http://schemas.microsoft.com/office/drawing/2014/main" id="{8B59385E-5304-FB8D-675F-0C6826BF2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514" y="252094"/>
            <a:ext cx="9699172" cy="635381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ECA88B-BDD9-1386-2EE2-308DAF316675}"/>
              </a:ext>
            </a:extLst>
          </p:cNvPr>
          <p:cNvSpPr txBox="1"/>
          <p:nvPr/>
        </p:nvSpPr>
        <p:spPr>
          <a:xfrm>
            <a:off x="10570029" y="1886858"/>
            <a:ext cx="13933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Tableau </a:t>
            </a:r>
          </a:p>
          <a:p>
            <a:r>
              <a:rPr lang="en-SG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 </a:t>
            </a:r>
          </a:p>
          <a:p>
            <a:r>
              <a:rPr lang="en-SG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Desktop</a:t>
            </a:r>
          </a:p>
        </p:txBody>
      </p:sp>
    </p:spTree>
    <p:extLst>
      <p:ext uri="{BB962C8B-B14F-4D97-AF65-F5344CB8AC3E}">
        <p14:creationId xmlns:p14="http://schemas.microsoft.com/office/powerpoint/2010/main" val="2652346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and chart with numbers and graphs&#10;&#10;Description automatically generated with medium confidence">
            <a:extLst>
              <a:ext uri="{FF2B5EF4-FFF2-40B4-BE49-F238E27FC236}">
                <a16:creationId xmlns:a16="http://schemas.microsoft.com/office/drawing/2014/main" id="{DAC525B3-88C8-9ECC-10F5-1D5553C6E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646174"/>
            <a:ext cx="10967004" cy="6008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49F75B-65E4-0743-EFAC-D78ACCAE9AB4}"/>
              </a:ext>
            </a:extLst>
          </p:cNvPr>
          <p:cNvSpPr txBox="1"/>
          <p:nvPr/>
        </p:nvSpPr>
        <p:spPr>
          <a:xfrm>
            <a:off x="4922084" y="0"/>
            <a:ext cx="1632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PowerBI</a:t>
            </a:r>
            <a:endParaRPr lang="en-SG" sz="32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292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ECA88B-BDD9-1386-2EE2-308DAF316675}"/>
              </a:ext>
            </a:extLst>
          </p:cNvPr>
          <p:cNvSpPr txBox="1"/>
          <p:nvPr/>
        </p:nvSpPr>
        <p:spPr>
          <a:xfrm>
            <a:off x="10545159" y="2449286"/>
            <a:ext cx="1570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PowerBI</a:t>
            </a:r>
            <a:endParaRPr lang="en-SG" sz="32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0B01390C-38A8-509D-CE9D-70F034B34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446314"/>
            <a:ext cx="10316558" cy="5698671"/>
          </a:xfrm>
        </p:spPr>
      </p:pic>
    </p:spTree>
    <p:extLst>
      <p:ext uri="{BB962C8B-B14F-4D97-AF65-F5344CB8AC3E}">
        <p14:creationId xmlns:p14="http://schemas.microsoft.com/office/powerpoint/2010/main" val="848280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D395B46-4ECC-BD02-9537-623C28F1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30" y="264504"/>
            <a:ext cx="11508139" cy="6328991"/>
          </a:xfrm>
        </p:spPr>
      </p:pic>
    </p:spTree>
    <p:extLst>
      <p:ext uri="{BB962C8B-B14F-4D97-AF65-F5344CB8AC3E}">
        <p14:creationId xmlns:p14="http://schemas.microsoft.com/office/powerpoint/2010/main" val="3808148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sound wave&#10;&#10;Description automatically generated">
            <a:extLst>
              <a:ext uri="{FF2B5EF4-FFF2-40B4-BE49-F238E27FC236}">
                <a16:creationId xmlns:a16="http://schemas.microsoft.com/office/drawing/2014/main" id="{25D153B5-F9E9-E86E-8AD8-5E73F66D7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41" y="485912"/>
            <a:ext cx="11498118" cy="58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05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D37FA420-7F44-EEAF-28D6-101A71FAF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570" y="316683"/>
            <a:ext cx="10728974" cy="6037321"/>
          </a:xfrm>
        </p:spPr>
      </p:pic>
    </p:spTree>
    <p:extLst>
      <p:ext uri="{BB962C8B-B14F-4D97-AF65-F5344CB8AC3E}">
        <p14:creationId xmlns:p14="http://schemas.microsoft.com/office/powerpoint/2010/main" val="170568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0153691-7BB5-26F7-C006-80F6E4ECE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3" y="890233"/>
            <a:ext cx="11797093" cy="507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6819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153</TotalTime>
  <Words>16</Words>
  <Application>Microsoft Office PowerPoint</Application>
  <PresentationFormat>Widescreen</PresentationFormat>
  <Paragraphs>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 Light</vt:lpstr>
      <vt:lpstr>Century Gothic</vt:lpstr>
      <vt:lpstr>Wingdings 3</vt:lpstr>
      <vt:lpstr>Slice</vt:lpstr>
      <vt:lpstr>Data Visualization and  Analysis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Teh Su Fern</dc:creator>
  <cp:lastModifiedBy>Su Fern Teh</cp:lastModifiedBy>
  <cp:revision>13</cp:revision>
  <dcterms:created xsi:type="dcterms:W3CDTF">2024-05-11T14:05:18Z</dcterms:created>
  <dcterms:modified xsi:type="dcterms:W3CDTF">2026-02-22T00:03:05Z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